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  <p:sldId id="256" r:id="rId6"/>
    <p:sldId id="258" r:id="rId7"/>
    <p:sldId id="259" r:id="rId8"/>
    <p:sldId id="257" r:id="rId9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91" d="100"/>
          <a:sy n="91" d="100"/>
        </p:scale>
        <p:origin x="10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pt-BR&amp;assetid=WA200003233&amp;isWac=True&amp;ui=pt-BR&amp;ad=BR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5F40B95-81A0-BEED-82EC-16EC95D30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9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7522036"/>
                  </p:ext>
                </p:extLst>
              </p:nvPr>
            </p:nvGraphicFramePr>
            <p:xfrm>
              <a:off x="0" y="105103"/>
              <a:ext cx="12192000" cy="675289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05103"/>
                <a:ext cx="12192000" cy="67528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B51CF64A-4172-64DF-83F8-76D91B06C6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587761"/>
                  </p:ext>
                </p:extLst>
              </p:nvPr>
            </p:nvGraphicFramePr>
            <p:xfrm>
              <a:off x="0" y="105102"/>
              <a:ext cx="12192000" cy="675289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B51CF64A-4172-64DF-83F8-76D91B06C6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05102"/>
                <a:ext cx="12192000" cy="67528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098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CA3E6C06-B15E-FC47-09BA-EF7A33592CF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1941241"/>
                  </p:ext>
                </p:extLst>
              </p:nvPr>
            </p:nvGraphicFramePr>
            <p:xfrm>
              <a:off x="0" y="105102"/>
              <a:ext cx="12192000" cy="675289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CA3E6C06-B15E-FC47-09BA-EF7A33592C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05102"/>
                <a:ext cx="12192000" cy="67528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646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Retorne ao navegador da Internet ou copie este link no seu navegador: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https://pages.store.office.com/addinsinstallpage.aspx?rs=pt-BR&amp;assetid=WA200003233&amp;isWac=True&amp;ui=pt-BR&amp;ad=BR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Precisa de mais ajuda?</a:t>
            </a:r>
          </a:p>
        </p:txBody>
      </p:sp>
      <p:pic>
        <p:nvPicPr>
          <p:cNvPr id="17" name="LaunchHelpImage" descr="Faixa de opções do Office aberta na guia Página Inicial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Página Inicial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Na guia Página Inicial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Depois de instalar o suplemento, você pode iniciá-lo escolhendo o botão suplemento na guia Página Inicial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Reiniciar o suplemento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Ícone para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56784d6-ebdd-487e-b868-cd931302b161}">
  <we:reference id="WA200003233" version="2.0.0.3" store="pt-BR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VXX0/kNhD/Kigv97IgO7ETmzeOu6pVaYUKQqoqVI3t2cWnkOw5CWWL+EL3NfrFOk6yy7/l4Cg6uOu+bDKezPxm/JsZ+yJxvpmXsPgVTjHZTn6qnLfg6rDBk0lSDUKT57mxVrHCcq6EUDkwWq3nra+rJtm+SFoIM2yPfNNBGS2R8I/jSQJluQ+z+DaFssFJMsfQ1BWU/m8clGmpDR1eThI8n5d1gGjyoIUWo9kzUqd3gsC3MvIItvVneIC2HaRaihSd4cxmWKSGgckisGZQ6JGtVYmme/e7ddWCr8hNlHGmdAaZy5gzIgVmpOx1p75sRxWzeH8+DxTdxTI5BWqlbabTjEnjENFZSRjaxTyu7rgzqCy6pA8wYDPEc5H86DFAsCeLPTzDMkrer1+/u7QfaspjuziC4Id81V2weFdxkP+G036pan1L1iiaiiD5mPtLyvu48StjhHTpgMTv4k5EtWt4xuePnYcNhxsOWhhMjaEkO1Xdv5/Uf+0GJAsu2WaXk1XKMpsrobHINJOYa2lZ7q5StksfzOpANCz/V1n75Z9PzZq0HZOk8dWsHCvmiryHQ76a0lsMsR7NByJ+T9NTpHqMD9FNz9b5gM7jsF67fhl7Ml8ke54IPtg+grKLZt+8hcbbN4SIfscR11B9FOaHa/XVqze9i+95c0ZKf99Bjgw8HroxVM2yFw/7G+qyf1ruOTX4Mn45rH7sMCwIc69xhXUrItlaodxag2ErJpeM+Wa3LkuYN5H4cSqQyGEf/s+4GLyQRndaPTZlezU1kQjgEEyJf4rCAOcCNnnGzaYAkW4qnctNJgWiZrlV1LpjQq4lctj4Ht2+r6oltEiF/xBxn+l7Qr7ph5RCXbcxrGUyViVHa/bEly5g1SfnjsLawk4ZF3vLmA7rGXWWlbOx0kXGC1VoIUBrpp3E1LoHB6E0GeaZShGY5gpSqax4XFf/sk29VQfX9ooeXWfbz84ek3PBGB0FCiVR5gZMyh8xrndms4CzodDu4Hwu/AcQCywKf+iq8YzDnjARXF117e4JhPbGVKDP6uAwvF302/bOh+VBKp3cQv6S4UZirh01I4UWT2gEj+EMMT9S3xGPheZ0oAPGWMGFkg9SnzFVTHt9yZhxlr7OXx/1LZ1/kVmZSpanmBYFY4+h/nNB/B0hPHAsNKkw1rHUSiU53TeY+8ZK8yoY4cBOrcq0NYwuT8i0LL4uJQ5wdkrz4ClHSlt2DbEd3YDlS1oJv91Knp/hMctfw+NI2JfqR5Nnj2TocCpXuRWG7quYS1koI7L0/g73WnrYq+kCG/uUBbzVCvgTisxA+DZm9H0Rv+yg1oV0XNlpphUUTOZMcBVNff6ufAL0fyPh0ZZBxExPc4ZaMEyNxrx40FaL562pz29b6w2uu4rXXdvMweI+VLjmSt7fuBy6B67l8Zy+upNfXv4LgiDvo8ATAAA=&quot;"/>
    <we:property name="creatorSessionId" value="&quot;25ca543b-06bf-4cca-a368-566cead64cd9&quot;"/>
    <we:property name="creatorTenantId" value="&quot;afc74c55-53c2-41d7-abc6-e04ed4e9c61a&quot;"/>
    <we:property name="creatorUserId" value="&quot;10032005E75E7B50&quot;"/>
    <we:property name="datasetId" value="&quot;c3e3bffc-42ca-4e50-a076-602c0e18a87f&quot;"/>
    <we:property name="embedUrl" value="&quot;/reportEmbed?reportId=3768af03-c2cf-4c3b-86ca-4024dcda612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initialStateBookmark" value="&quot;H4sIAAAAAAAAA+VXbU/cOBD+Kyhf+mVBTmInMd+AcroT0KKCkKoKVX6ZXVyFZOs4HHuIP3R/4/7Yje0sr0vZcqjQ3n7ZZDyZeWb8zIx9kWjTTWsxeydOIVlP/mi0UUK3diVNRkkThZvv3+/sbXzY+fxuY28bxe3UmbbpkvWLxAk7AXdkul7U3gQKPx2PElHX+2Li38ai7mCUTMF2bSNq8xdEZVxytofLUQLn07q1wps8cMKBN3uG6viOvtO1HD0K5cwZHIByUcoZzUDLlKgcykwSIXOCal1UCMgWqnjTwf1W2zhhGnTjZSmpeC5ynRMtaSaIZCzojk3tBhU52z6fWozuYp6VEnjFVc6znDCpAUArhhjcbOpXN/SZaBToJARooYvxXCS/G7DCqpPZLpxB7SXbi9fvL+3bFvPoZkfCmpivtrcK7itG+QcYh6XGGYfWMJoGIRmf+0vM+7DjV8YQ6dwBit/6nfBqN/AMz197I1Y0rGjhRDQ1hJJsNG14P2n/3LKAFnSyTi5HVynLVVFRDmXOCYOCM0UKfZ2yLfxg0lrkX/2/ytreP393C9J2jJLONJN6qJhr8h7GfHW1UWB9PcovSPxA01PAevQP3k1g6zSiMxDXWx2WIZD5Itk1SPBo+0jUvTf7ZlN0Rr1BRPg79rhi9WGYX27UV1DvgotfeXMGSv/aQQ4MPI7dWDTdvBfH/bVtHZ7me44NvvZfxtWvPdgZYg4a11jXPJK1K5RrCzCs+eSiMdNttXUtpp0nvp8KKNIQwt+BWfSCGv1ps2zKdltsIh7AoZA1fKalFGlKxWqap3KVCpqtVrxgq4RRAE4KVWHr9gm5kci48QHdvmmaOTRPhf8Qccj0AyHf9oNKtm2dD2uejKuSwzV1YmptoQnJuaewsLAzktLdeUyH7QQ7y5WzodJpnpZVySkVnBOuGWRKPzoImcyhyKsMBOFpJTJWKbpcV/++Tb1TBzf2Ch91r9w3Z48sUkoIHgXKigErpJBZusS43phMLExiod3D+Vz4D4QvMC/8rW+GMw55wkTQbdO7rRNh3a2pgJ+1VoPdnIVte2vs/CCVje4gf8lwPTEXjpqBQrMnNIJlOIPM99TXyGPKUzzQCUJImdKKPUp9QqpyHPQZIVIr/Lp4fdRXeP4FoljGSJFBVpaELEP954L4EYR95FgoMyqVJpliFUtVRYj+yUrzOhiqhRqrKudKkkIqIJyVP5YSBzA5xXnwlCOlqvsO2Q46YvmeVpLebSXPz3Cf5R/hcSDsS/Wj0bNHEjtcVVSFohLvq1AwVlaS5tnDHe619LBX0wVW9jELcKcVpE8oMinszzGjH4r4ZQc1L5lOKzXOeSVKwgpC08qb+vZd+UTg/62Ee1sSAHI+LghwSiCTHIryUVsOzp1sz+9aCwYXXcXb3nVToWBfNLDgSh5uXBr0I9dyf04PPdCDMXirWVI/pu3yXyh6UmXpEwAA&quot;"/>
    <we:property name="isFiltersActionButtonVisible" value="false"/>
    <we:property name="isFooterCollapsed" value="true"/>
    <we:property name="isVisualContainerHeaderHidden" value="false"/>
    <we:property name="pageDisplayName" value="&quot;Produtos&quot;"/>
    <we:property name="pageName" value="&quot;9542edb10c3e72b0ab30&quot;"/>
    <we:property name="reportEmbeddedTime" value="&quot;2026-07-29T09:25:43.837Z&quot;"/>
    <we:property name="reportName" value="&quot;financials&quot;"/>
    <we:property name="reportState" value="&quot;CONNECTED&quot;"/>
    <we:property name="reportUrl" value="&quot;/groups/me/reports/3768af03-c2cf-4c3b-86ca-4024dcda612f/9542edb10c3e72b0ab30?bookmarkGuid=1a7d91ed-7da8-455b-a981-fc6dd7922dd8&amp;bookmarkUsage=1&amp;ctid=afc74c55-53c2-41d7-abc6-e04ed4e9c61a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CBC9F4F-9AF2-4422-9DB1-110FE09797A7}">
  <we:reference id="wa200003233" version="2.0.0.3" store="pt-BR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+1Y207kRhD9FeSXTSRAfXd734DdKFFIhMKGlwhFfSkPXhl7tt0mTND8UH4jP5Zqe2ZYloFBhCij3UUaYXe1q06drlPu9k3mq25am9nP5hKy19kPja+c8W3Yodlu1oyDlhmviMc/Iqnm2oKTaG2nsWqbLnt9k0UTJhDPqq43dfKEg7+d72amrk/MJN2Vpu5gN5tC6NrG1NWfME5GUww9zHczuJ7WbTDJ5Wk0EZLbK5yO9wiB7nOMaFysruAUXBxHDQCIXGgDTAllVKEUwWndOGFAtnZKcj2EP2qbaKoGw6Qx5kgpqfTKK0Y0cQCKp/Guaib1AvDts+9m00ROd2HwP7Jh32PY5Gc+x3RYqanwmjJBLEZ3jI5xH/UV4Tra9vq+N6FKRygVRBQUBGHOcpWeLqs6LsDb2dvraUDeb5bLxmUpFSFOa6m4JTYHW6DrOMY68FemceCzgfoA3cj0TXYwmQSYmLi4fXvHeNTW/eWa8dO2Dw5+gXIwNbGKM4xRVg3GqNIypyxOQosFMFjwsqzizjd170L77WD9rm8W60rS7UX7x1EALASfBnZXWXmFxCopc80ZtdzmhZS3WR3hA5M2YA3X9xL7voJggruYHcMV1PdzWNnvm5bIz0yoxhId8n0mDwutrZxld6h5k4o/TfsIz+L6Q1+ZHQ873kQzulqkkv3091/jwIO0FXkOovQKaFEIpRWX7gnF8DlzdtC0ayg7x5FHRerqvkPRgR+1cHRhQryr2GWjQoDvP2pFi9qcDRr9Aoj9vJNcKO586M9SqdwRyRhnwJn2HC829mePjdla6kB7QZUqHGFmW/rzr00Vu53Ttvabe/NmxZjg77/TpKccPHDOvNUFU5oUdCNnOTM8sUwYKzwtNBCit4WzU1ND95/RpYqceJBYKkJyK6yxAjbSpZmWBOsrJ1rkThrurdgWup6/BXCGUUk9VUxKYnhOlONP2wK8FPajtm8idvJnrK5vmz6ufWm0wUM4HF8Pb6qw3OWy3U/AbsXqzM+f8pZ7eb7Hfqtx94KtVlJnjcS+qwnZ3DsgF05ICoVgPrcFwyait6VsboubQEkKXgpDgXjOc07M1uzaX6zDLbdQhyZsvxQeyPr/VUABloMReLyUXitBgcHmHYcgymrJSuctFZThT389BKw7BNzKsSiQZsJzPD8VxDsiaF58PW4+cNzcKPyurhyEO2rPLiFMhtRSmKFapyO6CkZ76wczDMV8kx1XWOCj7zNT98ntq0PTVe4VIpoP+nhAmMP07gs5fp2P39RM0y2/qI2Zh7YerpZsYBer04Oj9UMPYYaQhxm3UPcTkP0VyP01EPZTWHRWddjyajPtUkmkb3s45GHI/keYdc9oisctyisBeGdsDb+L3BpKhdmjnNo9gT1wTxdK7hEpAArcC2onP+2eC0oSupOqaZbQks7/RcaDCh5I+W4cnBTaNqa0lmSsivF8bOkJ8TpVtH3spsbBiWlgjTqGJfYp0KMKSShW8pjP/wHzw1iQ9xUAAA==&quot;"/>
    <we:property name="creatorSessionId" value="&quot;e2b90fae-f6ea-4a2b-9d4f-5319ba165a2c&quot;"/>
    <we:property name="creatorTenantId" value="&quot;afc74c55-53c2-41d7-abc6-e04ed4e9c61a&quot;"/>
    <we:property name="creatorUserId" value="&quot;10032005E75E7B50&quot;"/>
    <we:property name="datasetId" value="&quot;c3e3bffc-42ca-4e50-a076-602c0e18a87f&quot;"/>
    <we:property name="embedUrl" value="&quot;/reportEmbed?reportId=3768af03-c2cf-4c3b-86ca-4024dcda612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initialStateBookmark" value="&quot;H4sIAAAAAAAAA+1Y227cNhD9FUMvaQHb4F1U3uxNihaxEyNO/VIYAS+jNQNF2lCS643hH+pv9Mc6lHbtOF5nDTdFF0keFisNqZkzh3NGpC4zH9pZZeYvzXvInma/1T4445u4RbPtrB6N+69evTjce/3i7cu9w+dobmZdaOo2e3qZdSZOoTsJbW+q5AKNf5xuZ6aqjsw03ZWmamE7m0Fsm9pU4SOMk3Goiz1cbWdwMauaaJLL4850kNye43S8x9h0l2NE47pwDsfgutFqAEDkQhtgSiijCqUITmvHCQOylVOS6yH8pKk7E2oMk2zMkVJS6ZVXjGjiABRP9jbU02oB+ObZN/NZYqU9M/iPbNh3GDb5ubrCdFipqfCaMkEsRneMjnG/6KuDi842F3e9CVU6QqkgoqAgCHOWq/R0GapuAd7On1/MIvJ+uVwvLkupCHFaS8UtsTnYAl13Y6w9f25qBz4bqI/QjkxfZnvTaYSp6Ra3z28NTpqqf7/Cftz00cFrKIehugvdHGOUocYYIS1zyuIoNlgAwwhelqHb+qnqXWx+HkZ/6evFupJ0e9b8OYmAheCTYfs6K6+QWCVlrjmjltu8kPImqwk+MG0iFm91J7FfA0QT3dn8AM6hupvD9fjdoSXyExPDWKJDvo/kYSGya2fZLWqepeJP0z7Bs7j+0Aez5WHLm86MrhapZId//zUa7qWtyHMQpVdAi0Iorbh0DyiGb5mzvbpZQdkpWr4oUlf1LYoO/KiFyZmJ3W3FLhsVAnz3SSta1OZ80Oh3QOy3neRCcadDf5ZK5Y5IxjgDzrTneLG2P3tszNZSB9oLqlThCDOb0p9/r0PXbh03lV/fm9crxkR/950mPeXggXPmrS6Y0qSgaznLmeGJZcJY4WmhgRC9KZwdmwra/4wuVeTEg8RSEZJbYY0VsJYuzbQkWF850SJ30nBvxabQ9fgtgDOMSuqpYlISw3OiHH/YFuBrYZ80fd1hJ3/E6vqm7ruVL40meoj74+vhWYjLXS7b/gzsRqzO1elD3nJfn++x32rcvWCrldRZI7HvakLW9w7IhROSQiGYz23BsInoTSmbm+ImUJKCl8JQIJ7znBOzMbv2r9bhlluofRM3Xwr3ZP3/KqAAy8EIPF5Kr5WgwGD9jkMQZbVkpfOWCsrwp38cAlYdAm7kWBRIM+E5np8K4h0RNC9+HDfvOW6uFX5bBQfxltqz9xCnQ2opzFCtsxFdgHG88cMwDMV8mR0ELPDR94mp+uT2yb5pg3uCiK4GfdwjzGF6+50cv07Hb2qmbpdf1MbMY1MNV0s2sItV6cFx9EMPcY6Qhxk3UHcTkN1rkLsrIOymsOgstNjyKjNrU0mkb3to8jBk/wLm7SOa4kGD8koA3hhbwVuRW0OpMDuUU7sjsAfu6ELJHSIFQIF7Qe3k591zQUlCdxTqegkt6fxfZDyo4J6Ub8fBSbFpupTWkozrYjwdW3pCvEoVTd+1M+PgyNSwQh3DEvsU6IsKSSiyIQbqMSCND5y/wPYPnrvscyAWAAA=&quot;"/>
    <we:property name="isFiltersActionButtonVisible" value="false"/>
    <we:property name="isVisualContainerHeaderHidden" value="false"/>
    <we:property name="pageDisplayName" value="&quot;Lucro&quot;"/>
    <we:property name="pageName" value="&quot;aeee4748ae2646a69660&quot;"/>
    <we:property name="reportEmbeddedTime" value="&quot;2026-07-29T09:26:15.094Z&quot;"/>
    <we:property name="reportName" value="&quot;financials&quot;"/>
    <we:property name="reportState" value="&quot;CONNECTED&quot;"/>
    <we:property name="reportUrl" value="&quot;/groups/me/reports/3768af03-c2cf-4c3b-86ca-4024dcda612f/aeee4748ae2646a69660&quot;"/>
    <we:property name="isFooterCollap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14F0734-FA7E-4857-AAB1-67579AC21322}">
  <we:reference id="wa200003233" version="2.0.0.3" store="pt-BR" storeType="OMEX"/>
  <we:alternateReferences>
    <we:reference id="WA200003233" version="2.0.0.3" store="" storeType="OMEX"/>
  </we:alternateReferences>
  <we:properties>
    <we:property name="artifactViewState" value="&quot;live&quot;"/>
    <we:property name="backgroundColor" value="&quot;#FFFFFF&quot;"/>
    <we:property name="bookmark" value="&quot;H4sIAAAAAAAAA91XX2/bRgz/KoZeugGOcfov9S11M2xYOgRzm5fCGCgd7Vxx0al3pyxu4C+0r7EvNt5JdurGmYcs27w++URS5I8Ufzz6LuDCtBJWP8E1Bi+DHxouauBKj8JgHDS9kEVFwvIwRYY1ZClPGEtIq1orVGOCl3eBBb1EeylMB9J5IuH7+TgAKS9g6Z4WIA2Ogxa1UQ1I8Ql7Y1JZ3eF6HOBtK5UG53JmwaJze0Pm9EwQwklMEaG24gZnWNtemkcLqFhRRTnjIQcIk5CTmekNPLK9Js61Dz9VjQXRUBgni3jBOfIMs5ilkLI4LnInXwhpB5NqdXbbasqOcl61rjhTwrpUmqomA5+FRtODvgumSnbX/nS2I5+pTtf4My68qrHCrsjTQjTQ1MIVZU0FudCKyuU1U9U1Vq+8+Er9OtVIQSkNth5vcZzyG3ob+QMQp8ulxiXY4fHsH0H4rhHWjGZKcq/5rmuGb8SOF/MMJJrDcOckMaJZyqFl77vnbZ8FfOo0voHWUaL6QL3nOoVeUpqjfrXyzfJa6E3XRuMvcP/nH2g931CLXvjwGXmG3u5TeP5mnq+dKo4Xdch5xsMkTuKqwijlj7NuGEllGSOwOOdlXjJesyTMS6r/X+Dk9wI16PpqdY43KB+ms9U/VG2SuAQt+kHlU39iSYaJu3UW7FTptRuBzuwzPMP5YydgxHHEwULvakglePP7b+ZpQ+Jrrsppo/YU5SCtjRQ16h1SB9dI95w7uCi+H9senMBer7hXo2/Xu+BcUAv3vi9Bds7ti1dgRP2CEK09Ax6hnjc3PsTX/23m/f0Pjdnc/n3mWkl/2lSD5pR0L/bajx3qFUH2FvdQJw7IZAtysgfCxIUlZ8LQUJPQGtcSbg8hEUef/Y+4Mk8Ye+eKZo4D8BYqib8keQVhmMBJGIfVSQJJdFKUWXrC0gSxZFld1OmX83EoiUN3IZpmA82x+G9k7EfDIynvxiEjrZR1aW2KsW3G+dCyeVlAWXFWArKChyyBflP6U0JZvLWVut29Jp03TPMkK8qUZWlc5WUJCQuPYu+a4fKaKnDEexcdF8KOvpFdrdW3z7DMcNV0dnoF2h71OnMo7393pbnvk36lWaR1WqYL+r9EHImSCosMDtLDXAH9PiAHLUdJGWJUpRzCKMawrqOjIMfx/yl5dnL8Lzb946LG7rbvO3rfPqU6a1qo8QIa3LNX+eWAIz+wW7n7a7tYrdd/ADl2GL3dEAAA&quot;"/>
    <we:property name="creatorSessionId" value="&quot;3359f7a6-3624-4594-914f-751e8fe6b403&quot;"/>
    <we:property name="creatorTenantId" value="&quot;afc74c55-53c2-41d7-abc6-e04ed4e9c61a&quot;"/>
    <we:property name="creatorUserId" value="&quot;10032005E75E7B50&quot;"/>
    <we:property name="datasetId" value="&quot;c3e3bffc-42ca-4e50-a076-602c0e18a87f&quot;"/>
    <we:property name="embedUrl" value="&quot;/reportEmbed?reportId=3768af03-c2cf-4c3b-86ca-4024dcda612f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initialStateBookmark" value="&quot;H4sIAAAAAAAAA91XX2/bRgz/KoZeugGOob+W1TfHzbAhSRvUXV4Go6B0tHPF5U69O2VxA3+hfo19sfFOslM3zlxk2eb1ySeSIn+k+OPRdwHjphawfA3XGLwMfpGMV8CU7kVBP5Ct8PjNm9Pz8dvT96/H5yckVrXlSprg5V1gQS/QXnLTgHAuSPjbrB+AEBewcE9zEAb7QY3aKAmCf8LWmFRWN7jqB3hbC6XBuZxasOjc3pA5PVPsaJBQRKgsv8EpVraV5vEcynBUxnnIIgYQpREjM9MaeGQ7TZxrH36ipAUuKYyTxWzEGLIhDpMwgyxMklHu5HMubGdSLk9ua03ZUc7L2lVlQlgXSlO5ROCz0Gha0HfBRInm2p9OtuRT1egK3+Lcq6Tldkme5lyCrLgryooKcqEVlctrJqqRVi+9+Er9PtFIQSmNcNXf4BizG3ob2QMQ48VC4wJs93jyjyD8VXJrelMlmNf81MjuG4WHi3kKAs1+uDOSGC4XomvZ++5512YBnxqN51A7SpQfqPdcp9BLSjPUx0vfLK+4Xndt3P8K93/+gVazNbXohQ9fkKfr7TaF52/m2cqpkmReRYwNWZQmaVKWGGfscdZ1s6goEoQwyVmRFyGrwjTKC6r/N3DyZ44adHW1PMMbFA/T2egfqtZJXILm7aDyqT+xJN2o3TgLtqr0yo1AZ/YFnu78seHQY9hjYKF11aUSnP/x2TxtSHzPVRlLtaMoe2ltBK9Qb5E6uEa659zBRfH9WLfgOLZ6xbwafbveBWecWrj1fQmicW5fHIPh1QtCtPIMeIR63tz4EN//t5m19z9Is77928y1Ev60rgbNKeFebLUfG9RLguwt7qEOHJDBBuRgB4SBC0vOuKGhJqA2riXcHkIihj77U1yaJ4y9M0UzxwF4B6XA92leQhSlcBQlUXmUQhofjYphdhRmKWIRDqtRlX09H7uSOHQXXMo1NMfiv5GxHw2PpLwdh4y0UtaltS7GphlnXcvmxQiKkoUFYDhiUZhCuyn9JaEs3tpS3W5fk84bZnk6HBVZOMySMi8KSMPoIPauKS6uqQIHvHfRcc5t7wfRVFr9+AzLDFOysZMr0Pag15l9ef+7K819n7QrzTyrsiKbY4jEkTgtcTSEvfQwV0C/D8hBy1FaRBiXGYMoTjCqqvggyHH4f0qenRz/i03/sKixve37jt61T6nGmhoqvACJO/YqvxwwZHt2K3d/BT4GfTZOF/A32nfg/gQAkbkeBhEAAA==&quot;"/>
    <we:property name="isFiltersActionButtonVisible" value="false"/>
    <we:property name="isVisualContainerHeaderHidden" value="false"/>
    <we:property name="pageDisplayName" value="&quot;Países&quot;"/>
    <we:property name="pageName" value="&quot;72fab08b270d1daa141d&quot;"/>
    <we:property name="reportEmbeddedTime" value="&quot;2026-07-29T09:27:47.806Z&quot;"/>
    <we:property name="reportName" value="&quot;financials&quot;"/>
    <we:property name="reportState" value="&quot;CONNECTED&quot;"/>
    <we:property name="reportUrl" value="&quot;/groups/me/reports/3768af03-c2cf-4c3b-86ca-4024dcda612f/72fab08b270d1daa141d&quot;"/>
    <we:property name="isFooterCollapsed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81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Reiniciar o suplemento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Lucio Vale</cp:lastModifiedBy>
  <cp:revision>5</cp:revision>
  <dcterms:created xsi:type="dcterms:W3CDTF">2018-06-07T21:39:02Z</dcterms:created>
  <dcterms:modified xsi:type="dcterms:W3CDTF">2026-07-29T10:01:10Z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